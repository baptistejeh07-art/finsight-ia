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SURPONDÉRER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analysés  ·  503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Energy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Surpondérer (score &gt; 65) : Energy · Technology · Industrials · Utilities · Materials · Communication Services. 0 secteur(s) en Sous-pondérer. La dispersion des scores illustre 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par secteur  ·  Vert = Surpondérer · Amber = Neutre · Rouge = Sous-pondérer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d'entrée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Surpondérer offrent les meilleures zones d'entrée parmi les secteurs recommandés : P/E Forward inférieur ou proche de la médiane historique 10 ans — profil risque/rendement favorable. Les secteurs au-dessus de la médiane (+20 %) méritent une prudence accrue sur le point d'entrée.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Surpondérer soutenu par la monétisation IA. XLF (Financials) sous-performe (-0.4 %)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