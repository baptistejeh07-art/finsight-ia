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6 390</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-6.8%</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27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6 390  ·  YTD : -6.8%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6 390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-6.8%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+60.6%</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+24.6%</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+23.3%</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+19.8%</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+19.3%</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Communication Servic</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12.0x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+6.0%</a:t>
                      </a:r>
                    </a:p>
                  </a:txBody>
                  <a:tcPr>
                    <a:solidFill>
                      <a:srgbClr val="F5F7FA"/>
                    </a:solidFill>
                  </a:tcPr>
                </a:tc>
                <a:tc>
                  <a:txBody>
                    <a:bodyPr/>
                    <a:lstStyle/>
                    <a:p>
                      <a:pPr algn="ctr"/>
                      <a:r>
                        <a:rPr sz="800" b="0">
                          <a:solidFill>
                            <a:srgbClr val="1A1A1A"/>
                          </a:solidFill>
                        </a:rPr>
                        <a:t>+13.4%</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Consumer Discretiona</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18.0%</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1A1A1A"/>
                          </a:solidFill>
                        </a:rPr>
                        <a:t>+8.4%</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+4.5%</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+3.4%</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solidFill>
                      <a:srgbClr val="F5F7FA"/>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+0.9%</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no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80</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74</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Communication Servic</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Consumer Discretiona</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54</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+60.6%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80/100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77</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77</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77</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+24.6%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+23.3%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 (compres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FFFFFF"/>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FFFFFF"/>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+60.6 %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+24.6 %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+23.3 %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+19.8 %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+19.3 %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+8.4 %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+4.5 %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+60.6 % — confirmation du signal Surponderer soutenu par la monetisation IA. XLF (Financials) sous-performe (+0.2 %)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