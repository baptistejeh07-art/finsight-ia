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SURPONDERER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analyses  ·  503 societes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28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societes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SURPONDERER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SYNTHESE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Communication Services, Industrials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Synthese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economique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Decomposition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Recommandes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Synthese signal · Societes representatives · Distribution valorisations · Zone d entree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Scenarios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Synthese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economique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Caracteristiques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METRIQUE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analyses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Societes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Decomposition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societes  ·  Tri par score FinSight decroissant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revele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Surponderer (score &gt; 65) : Energy · Technology · Industrials · Utilities · Materials · Communication Services. 0 secteur(s) en Sous-ponderer. La dispersion des scores illustre une bifurcation sectorielle marquee.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Revisions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Revisions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Surponderer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Methode : composite 40 % momentum + 30 % revisions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eleve. Le momentum (34 pts) constitue le premier signal de confirmation. Les secteurs en vert sur les 3 dimensions offrent le meilleur profil composite. Croiser avec la valorisation relative pour identifier les meilleures opportunites d entree.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Recommandes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signal · Societes representatives · Zone d entree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Surponderer  ·  Signal · Score · EV/EBITDA · Societes representatives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Societes representatives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 entree Accumuler / Neutre / Alleger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 entree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Surponderer offrent les meilleures zones d entree parmi les secteurs recommandes : P/E Forward inferieur ou proche de la mediane historique 10 ans — profil risque/rendement favorable. Les secteurs au-dessus de la mediane (+20 %) meritent une prudence accrue sur le point d entree.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Scenarios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Scenarios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scenarios alternatifs  ·  Conditions d invalidation du signal Surponderer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Recession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revision BPA -15/-20 %. Signal passerait Sous-ponderer.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prolonge</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 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geopolitique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geopolitique — spike VIX &gt; 35, rotation defensive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SURPONDERER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Economique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Sensibilites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favorisee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Synthese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Agrege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semantique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agrege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Negatif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Themes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Surponderer soutenu par la monetisation IA. XLF (Financials) sous-performe (-0.4 %) en ligne avec le signal Sous-ponderer.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