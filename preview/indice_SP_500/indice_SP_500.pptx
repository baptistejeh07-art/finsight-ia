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6 385</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-6.9%</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27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6 385  ·  YTD : -6.9%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6 385</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-6.9%</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+60.7%</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+19.7%</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+19.1%</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+13.4%</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+8.2%</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+4.5%</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+3.3%</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solidFill>
                      <a:srgbClr val="F5F7FA"/>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+0.8%</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+0.1%</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 Utilities · Materials · Communication Services.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+60.7%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+23.2%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+60.7 %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+19.7 %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+19.1 %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+8.2 %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+4.5 %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+60.7 % — confirmation du signal Surponderer soutenu par la monetisation IA. XLF (Financials) sous-performe (+0.1 %)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