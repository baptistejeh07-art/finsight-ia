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28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Industrials, Communication Services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 Utilities · Materials · Communication Services.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Methode : composite 40 % momentum + 30 % revisions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Agrege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agrege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Negatif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Themes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