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Industrials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revele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Surponderer (score &gt; 65) : Energy · Technology · Industrials · Utilities · Materials · Communication Services. 0 secteur(s) en Sous-ponderer. La dispersion des scores illustre une bifurcation sectorielle marquee.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Surponderer soutenu par la monetisation IA. XLF (Financials) sous-performe (-0.4 %)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