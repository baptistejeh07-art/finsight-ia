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Utilities · Materials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Surponderer soutenu par la monetisation IA. XLF (Financials) sous-performe (-0.4 %)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