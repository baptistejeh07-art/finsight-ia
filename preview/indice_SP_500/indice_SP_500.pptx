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solidFill>
                      <a:srgbClr val="F5F7FA"/>
                    </a:solidFill>
                  </a:tcPr>
                </a:tc>
                <a:tc>
                  <a:txBody>
                    <a:bodyPr/>
                    <a:lstStyle/>
                    <a:p>
                      <a:pPr algn="ctr"/>
                      <a:r>
                        <a:rPr sz="800" b="0">
                          <a:solidFill>
                            <a:srgbClr val="1A1A1A"/>
                          </a:solidFill>
                        </a:rPr>
                        <a:t>16.0%</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no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Materials · Utilities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Surpondérer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XLB  —  Materials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Surpondérer soutenu par la monétisation IA. XLF (Financials) sous-performe (-0.4 %)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