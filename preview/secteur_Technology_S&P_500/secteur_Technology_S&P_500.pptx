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L'adoption accélérée de l'IA générative par les entreprises booste les revenus des acteurs comme NVDA et GOOGL, avec des pipelines de contrats en hausse de 30% en 2023.</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Publicité digitale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META profite de la reprise des dépenses publicitaires en ligne, avec une croissance des revenus publicitaires de +24% au T4 2023, supérieure aux attentes.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Cloud Computing</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GOOGL Cloud enregistre une croissance annuelle de +35% en 2023, portée par l'expansion de ses services d'infrastructure et de données.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de l'UE et des États-Unis pourraient entraîner des amendes ou des restrictions opérationnelles pour GOOGL et META.</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pression concurrentielle dans le cloud computing (AWS, Azure) limite les marges d'AWS et de GOOGL Cloud malgré leur croissance.</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Volatilité des marchés</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Une correction des valorisations technologiques, notamment dans l'IA, pourrait impacter les multiples des acteurs comme NVDA.</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élevée avec un multiple EV/EBITDA médian de 21.7x, reflétant une forte croissance des revenus (+19.9%) et une rentabilité exceptionnelle (marge EBITDA de 46.8%). Les géants comme GOOGL, NVDA et META bénéficient d'un momentum à 52 semaines de +49.2%, illustrant une dynamique de marché robuste mais potentiellement surchauffée.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L'adoption accélérée de l'IA générative par les entreprises booste les revenus des acteurs comme NVDA et GOOGL, avec des pipelines de contrats en hausse de 30% en 2023.</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Publicité digitale</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META profite de la reprise des dépenses publicitaires en ligne, avec une croissance des revenus publicitaires de +24% au T4 2023, supérieure aux attentes.</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Cloud Computing</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GOOGL Cloud enregistre une croissance annuelle de +35% en 2023, portée par l'expansion de ses services d'infrastructure et de données.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Adoption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L'intégration de l'IA dans les workflows d'entreprise devrait propulser les revenus des éditeurs logiciels comme META et GOOGL de +25% en 2024.</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cloud</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 migration vers le cloud hybride et multi-cloud soutient la croissance des revenus de GOOGL Cloud et AWS, avec une hausse prévue de +20% en 2024.</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Régulation IA</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Des lois restrictives sur l'IA, comme l'AI Act européen, pourraient freiner l'innovation et augmenter les coûts de conformité pour les acteurs technologiques.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Surchauffe des valorisations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resserrement des conditions monétaires ou une baisse de la confiance des investisseurs pourrait entraîner une correction des multiples, notamment pour NVDA.</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Technology semble en phase de maturité avancée dans son cycle, avec une croissance ralentie mais des marges soutenues par l'innovation et l'adoption technologique.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7496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944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944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1944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1944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1944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1944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1944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1944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1944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296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9600"/>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836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35600"/>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L'adoption accélérée de l'IA générative par les entreprises booste les revenus des acteurs comme NVDA et GOOGL, avec des pipelines de contrats en hausse de 30%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de l'UE et des États-Unis pourraient entraîner des amendes ou des restrictions opérationnelles pour GOOGL et META.</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META profite de la reprise des dépenses publicitaires en ligne, avec une croissance des revenus publicitaires de +24% au T4 2023, supérieure aux attentes.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pression concurrentielle dans le cloud computing (AWS, Azure) limite les marges d'AWS et de GOOGL Cloud malgré leur croissance.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GOOGL Cloud enregistre une croissance annuelle de +35% en 2023, portée par l'expansion de ses services d'infrastructure et de données.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Une correction des valorisations technologiques, notamment dans l'IA, pourrait impacter les multiples des acteurs comme NVDA.</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de l'UE et des États-Unis pourraient entraîner des amendes ou des restrictions opérationnelles pour GOOGL et META.</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pression concurrentielle dans le cloud computing (AWS, Azure) limite les marges d'AWS et de GOOGL Cloud malgré leur croissance.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Volatilité des marchés</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Une correction des valorisations technologiques, notamment dans l'IA, pourrait impacter les multiples des acteurs comme NVDA.</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IA Générative — L'adoption accélérée de l'IA générative par les entreprises booste les revenus des acteurs comme NVDA et GOOGL, avec des pipelines de contra</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de l'UE et des États-Unis pourraient entraîner des amendes ou des restrictions opérationnelles pour GOOGL et META.</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