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accélérée de l'IA</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L'intégration massive de l'IA générative dans les workflows d'entreprise stimule la demande pour les infrastructures cloud et les puces spécialisées.</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Monétisation des données</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Les plateformes de publicité ciblée (META, GOOGL) bénéficient d'une collecte et d'une analyse de données toujours plus sophistiquées.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Transition vers le cloud hybride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entreprises accélèrent leur migration vers des solutions cloud hybrides, boostant les revenus récurrents des fournisseurs comme GOOGL.</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 antitrust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et amendes potentielles pourraient peser sur les marges des géants technologiques, notamment aux États-Unis et en Europe.</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Cycles de semi-conducteurs</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La volatilité des stocks et la surcapacité dans les puces pourraient impacter les revenus de NVDA et ses pairs.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Concurrence accrue en IA</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L'émergence de nouveaux acteurs (startups, géants chinois) menace la position dominante des leaders actuels.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réelle soutenue par une croissance organique robuste de 19.9% et un momentum boursier de +49.2% sur 52 semaines, bien au-dessus de la médiane sectorielle de 21.7x EV/EBITDA. Les marges EBITDA de 46.8% reflètent une domination des leaders sur leurs marchés respectifs, notamment dans l'IA, la publicité digitale et les semi-conducteurs.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accélérée de l'IA</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L'intégration massive de l'IA générative dans les workflows d'entreprise stimule la demande pour les infrastructures cloud et les puces spécialisées.</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Monétisation des données</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Les plateformes de publicité ciblée (META, GOOGL) bénéficient d'une collecte et d'une analyse de données toujours plus sophistiquées.</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Transition vers le cloud hybride</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Les entreprises accélèrent leur migration vers des solutions cloud hybrides, boostant les revenus récurrents des fournisseurs comme GOOGL.</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Croissance des revenus cloud</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 demande pour les services cloud (IaaS, PaaS) devrait continuer à croître à deux chiffres, portée par l'adoption de l'IA et du big data.</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géographique</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marchés émergents (Asie du Sud-Est, Amérique latine) représentent un levier de croissance sous-exploité pour les plateformes digitales.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énergétiques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L'augmentation des coûts énergétiques pour les data centers pourrait éroder les marges des acteurs les moins efficaces.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Tensions géopolitiques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Les restrictions commerciales (ex : sanctions contre la Chine) pourraient perturber les chaînes d'approvisionnement des semi-conducteurs.</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est en phase de maturité avancée avec des opportunités de croissance résiduelles dans l'IA et le cloud, mais les valorisations élevées limitent les marges de sécurité.</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943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943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948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003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L'intégration massive de l'IA générative dans les workflows d'entreprise stimule la demande pour les infrastructures cloud et les puces spécialisées.</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et amendes potentielles pourraient peser sur les marges des géants technologiques, notamment aux États-Unis et en Europe.</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Les plateformes de publicité ciblée (META, GOOGL) bénéficient d'une collecte et d'une analyse de données toujours plus sophistiquées.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La volatilité des stocks et la surcapacité dans les puces pourraient impacter les revenus de NVDA et ses pairs.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entreprises accélèrent leur migration vers des solutions cloud hybrides, boostant les revenus récurrents des fournisseurs comme GOOGL.</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L'émergence de nouveaux acteurs (startups, géants chinois) menace la position dominante des leaders actuels.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 antitrust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et amendes potentielles pourraient peser sur les marges des géants technologiques, notamment aux États-Unis et en Europe.</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Cycles de semi-conducteurs</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La volatilité des stocks et la surcapacité dans les puces pourraient impacter les revenus de NVDA et ses pairs.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Concurrence accrue en IA</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L'émergence de nouveaux acteurs (startups, géants chinois) menace la position dominante des leaders actuels.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accélérée de l'IA — L'intégration massive de l'IA générative dans les workflows d'entreprise stimule la demande pour les infrastructures cloud et les puces spéc</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antitrust — Les enquêtes et amendes potentielles pourraient peser sur les marges des géants technologiques, notamment aux États-Unis et en Europe.</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