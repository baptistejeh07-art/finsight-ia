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accélérée de l'IA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entreprises technologiques leaders capitalisent sur l'IA générative pour booster leur productivité et créer de nouveaux flux de revenus.</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Migration vers le cloud hybride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 demande en solutions cloud hybrides, notamment chez les entreprises traditionnelles, soutient la croissance des revenus récurrents.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Régulation favorable aux géants du numérique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cadres réglementaires, comme le Digital Markets Act en Europe, renforcent les barrières à l'entrée pour les nouveaux acteurs.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Concurrence accrue en IA</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L'émergence de nouveaux acteurs spécialisés en IA pourrait éroder les parts de marché des leaders établis.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Risque de surchauffe des valorisations</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Les multiples élevés pourraient se contracter en cas de ralentissement économique ou de révision des anticipations de croissance.</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Dépendance aux dépenses publicitaires</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revenus de META restent fortement corrélés aux cycles économiques et aux budgets marketing des annonceurs.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réelle élevée avec un multiple EV/EBITDA médian de 21.7x, reflétant une prime pour les acteurs capables de générer des marges EBITDA de 46.8% et une croissance organique des revenus de près de 20%. Les géants comme GOOGL, NVDA et META bénéficient d'un momentum boursier à 52 semaines supérieur à 49%, illustrant une dynamique de marché soutenue par l'IA, le cloud et la publicité ciblée.</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accélérée de l'IA générative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Les entreprises technologiques leaders capitalisent sur l'IA générative pour booster leur productivité et créer de nouveaux flux de revenus.</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Migration vers le cloud hybride</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La demande en solutions cloud hybrides, notamment chez les entreprises traditionnelles, soutient la croissance des revenus récurrents.</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Régulation favorable aux géants du numérique</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Les cadres réglementaires, comme le Digital Markets Act en Europe, renforcent les barrières à l'entrée pour les nouveaux acteurs.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cloud</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L'adoption croissante du cloud par les entreprises, notamment en Europe et en Asie, devrait soutenir la croissance organique des revenus.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Monétisation de l'IA</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solutions d'IA intégrées aux plateformes existantes (ex : Google Search, Meta Ads) devraient générer des revenus supplémentaires.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Régulation antitrust</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Les enquêtes et sanctions potentielles pourraient limiter les acquisitions stratégiques et peser sur les valorisations.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Ralentissement des dépenses IT</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environnement macroéconomique dégradé pourrait entraîner une baisse des budgets IT des entreprises et des consommateurs.</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est en phase de maturité avancée avec des opportunités de croissance sélective, notamment dans l'IA et le cloud.</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entreprises technologiques leaders capitalisent sur l'IA générative pour booster leur productivité et créer de nouveaux flux de revenus.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L'émergence de nouveaux acteurs spécialisés en IA pourrait éroder les parts de marché des leaders établis.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 demande en solutions cloud hybrides, notamment chez les entreprises traditionnelles, soutient la croissance des revenus récurrents.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Les multiples élevés pourraient se contracter en cas de ralentissement économique ou de révision des anticipations de croissance.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cadres réglementaires, comme le Digital Markets Act en Europe, renforcent les barrières à l'entrée pour les nouveaux acteurs.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revenus de META restent fortement corrélés aux cycles économiques et aux budgets marketing des annonceurs.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Concurrence accrue en IA</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L'émergence de nouveaux acteurs spécialisés en IA pourrait éroder les parts de marché des leaders établis.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Risque de surchauffe des valorisations</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Les multiples élevés pourraient se contracter en cas de ralentissement économique ou de révision des anticipations de croissance.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Dépendance aux dépenses publicitaires</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revenus de META restent fortement corrélés aux cycles économiques et aux budgets marketing des annonceurs.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accélérée de l'IA générative — Les entreprises technologiques leaders capitalisent sur l'IA générative pour booster leur productivité et créer de nouveaux flux de revenus.</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Concurrence accrue en IA — L'émergence de nouveaux acteurs spécialisés en IA pourrait éroder les parts de marché des leaders établis.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